
<file path=ppt/notesSlides/notesSlide1.xml><?xml version="1.0" encoding="utf-8"?>
<p:notes xmlns:p="p" xmlns:a="a">
  <a:t>Discuss churn assumptions</a:t>
</p:notes>
</file>

<file path=ppt/slides/slide1.xml><?xml version="1.0" encoding="utf-8"?>
<p:sld xmlns:p="p" xmlns:a="a">
  <p:sp>
    <a:t>Revenue title</a:t>
  </p:sp>
  <p:graphicFrame>
    <a:tbl>
      <a:tr>
        <a:tc>
          <a:t>Region</a:t>
        </a:tc>
        <a:tc>
          <a:t>Q4</a:t>
        </a:tc>
      </a:tr>
    </a:tbl>
  </p:graphicFrame>
  <p:pic/>
</p:sld>
</file>

<file path=ppt/slides/slide2.xml><?xml version="1.0" encoding="utf-8"?>
<p:sld xmlns:p="p" xmlns:a="a">
  <a:t>Slide 2 APAC</a:t>
</p:sld>
</file>

<file path=ppt/slides/slide3.xml><?xml version="1.0" encoding="utf-8"?>
<p:sld xmlns:p="p" xmlns:a="a">
  <p:sp>
    <a:t>Churn and retention</a:t>
  </p:sp>
  <p:sp>
    <a:t>Churn discussion and retention actions</a:t>
  </p:sp>
</p:sld>
</file>

<file path=ppt/slides/slide4.xml><?xml version="1.0" encoding="utf-8"?>
<p:sld xmlns:p="p" xmlns:a="a">
  <a:t>Slide 4 APAC</a:t>
</p:sld>
</file>

<file path=ppt/slides/slide5.xml><?xml version="1.0" encoding="utf-8"?>
<p:sld xmlns:p="p" xmlns:a="a">
  <a:t>Slide 5 APAC</a:t>
</p:sld>
</file>

<file path=ppt/slides/slide6.xml><?xml version="1.0" encoding="utf-8"?>
<p:sld xmlns:p="p" xmlns:a="a">
  <a:t>Slide 6 APAC</a:t>
</p:sld>
</file>

<file path=ppt/slides/slide7.xml><?xml version="1.0" encoding="utf-8"?>
<p:sld xmlns:p="p" xmlns:a="a">
  <a:t>Slide 7 APAC</a:t>
</p:sld>
</file>

<file path=ppt/slides/slide8.xml><?xml version="1.0" encoding="utf-8"?>
<p:sld xmlns:p="p" xmlns:a="a">
  <a:t>Slide 8 APAC</a:t>
</p:sld>
</file>